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hop on the wifi,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Ollama with Qwen.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 through Ollama,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Seven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seven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Join the room's Wi-Fi hotspot</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Send the crew a product idea</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5029200"/>
            <a:ext cx="7616952" cy="731520"/>
          </a:xfrm>
          <a:prstGeom prst="rect">
            <a:avLst/>
          </a:prstGeom>
          <a:noFill/>
          <a:ln/>
        </p:spPr>
        <p:txBody>
          <a:bodyPr wrap="square" rtlCol="0" anchor="ctr"/>
          <a:lstStyle/>
          <a:p>
            <a:pPr algn="ctr" indent="0" marL="0">
              <a:lnSpc>
                <a:spcPts val="2600"/>
              </a:lnSpc>
              <a:buNone/>
            </a:pPr>
            <a:r>
              <a:rPr lang="en-US" sz="1800" dirty="0">
                <a:solidFill>
                  <a:srgbClr val="666C7A"/>
                </a:solidFill>
                <a:latin typeface="Calibri" pitchFamily="34" charset="0"/>
                <a:ea typeface="Calibri" pitchFamily="34" charset="-122"/>
                <a:cs typeface="Calibri" pitchFamily="34" charset="-120"/>
              </a:rPr>
              <a:t>That is an agent. Everything else is decoration. The loop is where the magic actually lives.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937760"/>
            <a:ext cx="5120640" cy="45720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869680" y="2103120"/>
            <a:ext cx="1312621" cy="2263140"/>
          </a:xfrm>
          <a:prstGeom prst="line">
            <a:avLst/>
          </a:prstGeom>
          <a:noFill/>
          <a:ln w="25400">
            <a:solidFill>
              <a:srgbClr val="C7CBD6"/>
            </a:solidFill>
            <a:prstDash val="solid"/>
            <a:tailEnd type="triangle"/>
          </a:ln>
        </p:spPr>
      </p:sp>
      <p:sp>
        <p:nvSpPr>
          <p:cNvPr id="7" name="Shape 5"/>
          <p:cNvSpPr/>
          <p:nvPr/>
        </p:nvSpPr>
        <p:spPr>
          <a:xfrm flipH="1">
            <a:off x="7557059" y="4366260"/>
            <a:ext cx="2625242" cy="0"/>
          </a:xfrm>
          <a:prstGeom prst="line">
            <a:avLst/>
          </a:prstGeom>
          <a:noFill/>
          <a:ln w="25400">
            <a:solidFill>
              <a:srgbClr val="C7CBD6"/>
            </a:solidFill>
            <a:prstDash val="solid"/>
            <a:tailEnd type="triangle"/>
          </a:ln>
        </p:spPr>
      </p:sp>
      <p:sp>
        <p:nvSpPr>
          <p:cNvPr id="8" name="Shape 6"/>
          <p:cNvSpPr/>
          <p:nvPr/>
        </p:nvSpPr>
        <p:spPr>
          <a:xfrm flipV="1">
            <a:off x="7557059" y="2103120"/>
            <a:ext cx="1312621" cy="2263140"/>
          </a:xfrm>
          <a:prstGeom prst="line">
            <a:avLst/>
          </a:prstGeom>
          <a:noFill/>
          <a:ln w="25400">
            <a:solidFill>
              <a:srgbClr val="C7CBD6"/>
            </a:solidFill>
            <a:prstDash val="solid"/>
            <a:tailEnd type="triangle"/>
          </a:ln>
        </p:spPr>
      </p:sp>
      <p:sp>
        <p:nvSpPr>
          <p:cNvPr id="9" name="Shape 7"/>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0"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1" name="Shape 8"/>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3" name="Shape 9"/>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4"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15" name="Text 10"/>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16" name="Text 11"/>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17" name="Text 12"/>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18" name="Text 13"/>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model host. </a:t>
            </a:r>
            <a:pPr indent="0" marL="0">
              <a:buNone/>
            </a:pPr>
            <a:r>
              <a:rPr lang="en-US" sz="1650" dirty="0">
                <a:solidFill>
                  <a:srgbClr val="666C7A"/>
                </a:solidFill>
                <a:latin typeface="Calibri" pitchFamily="34" charset="0"/>
                <a:ea typeface="Calibri" pitchFamily="34" charset="-122"/>
                <a:cs typeface="Calibri" pitchFamily="34" charset="-120"/>
              </a:rPr>
              <a:t>Ollama, running Qwen on your machine.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loop and wiring. </a:t>
            </a:r>
            <a:pPr indent="0" marL="0">
              <a:buNone/>
            </a:pPr>
            <a:r>
              <a:rPr lang="en-US" sz="1650" dirty="0">
                <a:solidFill>
                  <a:srgbClr val="666C7A"/>
                </a:solidFill>
                <a:latin typeface="Calibri" pitchFamily="34" charset="0"/>
                <a:ea typeface="Calibri" pitchFamily="34" charset="-122"/>
                <a:cs typeface="Calibri" pitchFamily="34" charset="-120"/>
              </a:rPr>
              <a:t>LangChain4j or Spring AI.</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hands. </a:t>
            </a:r>
            <a:pPr indent="0" marL="0">
              <a:buNone/>
            </a:pPr>
            <a:r>
              <a:rPr lang="en-US" sz="1650" dirty="0">
                <a:solidFill>
                  <a:srgbClr val="666C7A"/>
                </a:solidFill>
                <a:latin typeface="Calibri" pitchFamily="34" charset="0"/>
                <a:ea typeface="Calibri" pitchFamily="34" charset="-122"/>
                <a:cs typeface="Calibri" pitchFamily="34" charset="-120"/>
              </a:rPr>
              <a:t>Java methods the model may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notebook. </a:t>
            </a:r>
            <a:pPr indent="0" marL="0">
              <a:buNone/>
            </a:pPr>
            <a:r>
              <a:rPr lang="en-US" sz="1650" dirty="0">
                <a:solidFill>
                  <a:srgbClr val="666C7A"/>
                </a:solidFill>
                <a:latin typeface="Calibri" pitchFamily="34" charset="0"/>
                <a:ea typeface="Calibri" pitchFamily="34" charset="-122"/>
                <a:cs typeface="Calibri" pitchFamily="34" charset="-120"/>
              </a:rPr>
              <a:t>What it carries between turns.</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Typed output. </a:t>
            </a:r>
            <a:pPr indent="0" marL="0">
              <a:buNone/>
            </a:pPr>
            <a:r>
              <a:rPr lang="en-US" sz="1650" dirty="0">
                <a:solidFill>
                  <a:srgbClr val="666C7A"/>
                </a:solidFill>
                <a:latin typeface="Calibri" pitchFamily="34" charset="0"/>
                <a:ea typeface="Calibri" pitchFamily="34" charset="-122"/>
                <a:cs typeface="Calibri" pitchFamily="34" charset="-120"/>
              </a:rPr>
              <a:t>Answers as objects, not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754880"/>
            <a:ext cx="5212080" cy="73152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Shape 5"/>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8"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9" name="Text 6"/>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0" name="Text 7"/>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1" name="Shape 8"/>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9"/>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14" name="Text 10"/>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15" name="Text 11"/>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16" name="Shape 12"/>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19" name="Text 14"/>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0" name="Text 15"/>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MODEL, TONIGHT</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Qwen.</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Local.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Ollama serves the model from this laptop. No cloud call, no per-token bill, no data leaving the building. That last part is what your regulated clients care about most.</a:t>
            </a:r>
            <a:endParaRPr lang="en-US" sz="1600" dirty="0"/>
          </a:p>
        </p:txBody>
      </p:sp>
      <p:sp>
        <p:nvSpPr>
          <p:cNvPr id="5" name="Text 3"/>
          <p:cNvSpPr/>
          <p:nvPr/>
        </p:nvSpPr>
        <p:spPr>
          <a:xfrm>
            <a:off x="841248" y="507492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6" name="Text 4"/>
          <p:cNvSpPr/>
          <p:nvPr/>
        </p:nvSpPr>
        <p:spPr>
          <a:xfrm>
            <a:off x="8412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7" name="Text 5"/>
          <p:cNvSpPr/>
          <p:nvPr/>
        </p:nvSpPr>
        <p:spPr>
          <a:xfrm>
            <a:off x="2670048" y="507492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6700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9" name="Text 7"/>
          <p:cNvSpPr/>
          <p:nvPr/>
        </p:nvSpPr>
        <p:spPr>
          <a:xfrm>
            <a:off x="4361688" y="507492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0" name="Text 8"/>
          <p:cNvSpPr/>
          <p:nvPr/>
        </p:nvSpPr>
        <p:spPr>
          <a:xfrm>
            <a:off x="436168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1" name="Shape 9"/>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2" name="Text 10"/>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3" name="Shape 11"/>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4" name="Shape 12"/>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5" name="Shape 13"/>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17" name="Shape 14"/>
          <p:cNvSpPr/>
          <p:nvPr/>
        </p:nvSpPr>
        <p:spPr>
          <a:xfrm>
            <a:off x="7973568" y="2715768"/>
            <a:ext cx="146304" cy="146304"/>
          </a:xfrm>
          <a:prstGeom prst="ellipse">
            <a:avLst/>
          </a:prstGeom>
          <a:solidFill>
            <a:srgbClr val="0F9E8E"/>
          </a:solidFill>
          <a:ln/>
        </p:spPr>
      </p:sp>
      <p:sp>
        <p:nvSpPr>
          <p:cNvPr id="18" name="Shape 15"/>
          <p:cNvSpPr/>
          <p:nvPr/>
        </p:nvSpPr>
        <p:spPr>
          <a:xfrm>
            <a:off x="9802368" y="2715768"/>
            <a:ext cx="146304" cy="146304"/>
          </a:xfrm>
          <a:prstGeom prst="ellipse">
            <a:avLst/>
          </a:prstGeom>
          <a:solidFill>
            <a:srgbClr val="7C3AED"/>
          </a:solidFill>
          <a:ln/>
        </p:spPr>
      </p:sp>
      <p:sp>
        <p:nvSpPr>
          <p:cNvPr id="19" name="Shape 16"/>
          <p:cNvSpPr/>
          <p:nvPr/>
        </p:nvSpPr>
        <p:spPr>
          <a:xfrm>
            <a:off x="7973568" y="3538728"/>
            <a:ext cx="146304" cy="146304"/>
          </a:xfrm>
          <a:prstGeom prst="ellipse">
            <a:avLst/>
          </a:prstGeom>
          <a:solidFill>
            <a:srgbClr val="0284C7"/>
          </a:solidFill>
          <a:ln/>
        </p:spPr>
      </p:sp>
      <p:sp>
        <p:nvSpPr>
          <p:cNvPr id="20" name="Shape 17"/>
          <p:cNvSpPr/>
          <p:nvPr/>
        </p:nvSpPr>
        <p:spPr>
          <a:xfrm>
            <a:off x="9802368" y="3538728"/>
            <a:ext cx="146304" cy="146304"/>
          </a:xfrm>
          <a:prstGeom prst="ellipse">
            <a:avLst/>
          </a:prstGeom>
          <a:solidFill>
            <a:srgbClr val="E11D48"/>
          </a:solidFill>
          <a:ln/>
        </p:spPr>
      </p:sp>
      <p:sp>
        <p:nvSpPr>
          <p:cNvPr id="21" name="Text 18"/>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2" name="Shape 19"/>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3"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4" name="Shape 20"/>
          <p:cNvSpPr/>
          <p:nvPr/>
        </p:nvSpPr>
        <p:spPr>
          <a:xfrm>
            <a:off x="11109960" y="1600200"/>
            <a:ext cx="731520" cy="731520"/>
          </a:xfrm>
          <a:prstGeom prst="line">
            <a:avLst/>
          </a:prstGeom>
          <a:noFill/>
          <a:ln w="31750">
            <a:solidFill>
              <a:srgbClr val="E11D48"/>
            </a:solidFill>
            <a:prstDash val="solid"/>
          </a:ln>
        </p:spPr>
      </p:sp>
      <p:sp>
        <p:nvSpPr>
          <p:cNvPr id="25" name="Text 21"/>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943600"/>
            <a:ext cx="7616952" cy="45720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834640"/>
            <a:ext cx="4937760" cy="109728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8" name="Text 5"/>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9" name="Text 6"/>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0" name="Shape 7"/>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3" name="Text 9"/>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14" name="Text 10"/>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15" name="Shape 11"/>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18" name="Text 13"/>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19" name="Text 14"/>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your hotspot</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talks to a laptop on your hotspot. The agents build the page. Every step streams to the projector. Nothing touches the internet.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seven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seven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2026-08-05T14:44:48Z</dcterms:created>
  <dcterms:modified xsi:type="dcterms:W3CDTF">2026-08-05T14:44:48Z</dcterms:modified>
</cp:coreProperties>
</file>