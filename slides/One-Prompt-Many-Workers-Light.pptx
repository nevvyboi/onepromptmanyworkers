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from wherever you are, no wifi to join, and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which one you are running tonight before this slide. On the local model every token stays here. On a hosted model the crew still runs here and only the writing goes out. The point is that the harness does not care.  Original: 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real agents   ·   real code   ·   built live in the room</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37360"/>
            <a:ext cx="2194560" cy="2194560"/>
          </a:xfrm>
          <a:prstGeom prst="rect">
            <a:avLst/>
          </a:prstGeom>
        </p:spPr>
      </p:pic>
      <p:sp>
        <p:nvSpPr>
          <p:cNvPr id="16" name="Shape 13"/>
          <p:cNvSpPr/>
          <p:nvPr/>
        </p:nvSpPr>
        <p:spPr>
          <a:xfrm>
            <a:off x="9326880" y="406908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178808"/>
            <a:ext cx="237744" cy="237744"/>
          </a:xfrm>
          <a:prstGeom prst="rect">
            <a:avLst/>
          </a:prstGeom>
        </p:spPr>
      </p:pic>
      <p:sp>
        <p:nvSpPr>
          <p:cNvPr id="18" name="Text 14"/>
          <p:cNvSpPr/>
          <p:nvPr/>
        </p:nvSpPr>
        <p:spPr>
          <a:xfrm>
            <a:off x="7955280" y="4590288"/>
            <a:ext cx="3200400" cy="292608"/>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8065008" y="4910328"/>
            <a:ext cx="2980944" cy="457200"/>
          </a:xfrm>
          <a:prstGeom prst="rect">
            <a:avLst/>
          </a:prstGeom>
          <a:noFill/>
          <a:ln/>
        </p:spPr>
        <p:txBody>
          <a:bodyPr wrap="square" rtlCol="0" anchor="ctr"/>
          <a:lstStyle/>
          <a:p>
            <a:pPr algn="ctr" indent="0" marL="0">
              <a:lnSpc>
                <a:spcPts val="1200"/>
              </a:lnSpc>
              <a:buNone/>
            </a:pPr>
            <a:r>
              <a:rPr lang="en-US" sz="1000" dirty="0">
                <a:solidFill>
                  <a:srgbClr val="4F46E5"/>
                </a:solidFill>
                <a:latin typeface="Consolas" pitchFamily="34" charset="0"/>
                <a:ea typeface="Consolas" pitchFamily="34" charset="-122"/>
                <a:cs typeface="Consolas" pitchFamily="34" charset="-120"/>
              </a:rPr>
              <a:t>live.floati.life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2026-08-12T10:03:53Z</dcterms:created>
  <dcterms:modified xsi:type="dcterms:W3CDTF">2026-08-12T10:03:53Z</dcterms:modified>
</cp:coreProperties>
</file>