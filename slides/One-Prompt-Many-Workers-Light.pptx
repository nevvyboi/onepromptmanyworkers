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algn="ctr" indent="0" marL="0">
              <a:lnSpc>
                <a:spcPts val="1200"/>
              </a:lnSpc>
              <a:buNone/>
            </a:pPr>
            <a:r>
              <a:rPr lang="en-US" sz="1000" dirty="0">
                <a:solidFill>
                  <a:srgbClr val="4F46E5"/>
                </a:solidFill>
                <a:latin typeface="Consolas" pitchFamily="34" charset="0"/>
                <a:ea typeface="Consolas" pitchFamily="34" charset="-122"/>
                <a:cs typeface="Consolas" pitchFamily="34" charset="-120"/>
              </a:rPr>
              <a:t>live.floati.life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2026-08-12T09:54:14Z</dcterms:created>
  <dcterms:modified xsi:type="dcterms:W3CDTF">2026-08-12T09:54:14Z</dcterms:modified>
</cp:coreProperties>
</file>